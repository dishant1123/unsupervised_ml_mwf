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Machine Learning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7772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•  </a:t>
            </a:r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 •  </a:t>
            </a:r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 •  </a:t>
            </a:r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•  </a:t>
            </a:r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an Unsupervised ML algorithm that divides data into K clusters by assigning each point to the nearest centroid and updating centroids until convergence.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155448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520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7432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3474720"/>
            <a:ext cx="155448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520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cluster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834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3474720"/>
            <a:ext cx="155448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520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centroids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moving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We Use K-Means?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Find Hidden Groups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natural patterns in data — no labels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325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 Segmentation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behavior, spending, or demographics.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 Image Compression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colors by clustering similar pixel values.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794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large text collections by topic similarity.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When to Use K-Means?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Available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unlabeled and you need to discover natural groups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385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9385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with numerical, continuous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88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6883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handles thousands of records efficiently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381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Clusters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438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clusters are roughly round/compact in shape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1879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EDA — understand structure before supervised learning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Easy to Understand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7335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algorithm — easy to implement and explain.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96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 &amp; Scalable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efficiently on large datasets with thousands of records.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66744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Low Computation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1970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relatively little computing power.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Great for Segmentation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67335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customer, marketing, and image segmentation tasks.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0487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496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Flexible 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9352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number of clusters depending on your business need.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Great for Segmentation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67335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customer, marketing, and image segmentation tasks.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40487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496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Flexible 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9352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number of clusters depending on your business need.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D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Specify 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188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choose number of clusters before running — requires domain knowledge.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9568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9568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starting centroids can produce very different results.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7249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extreme value (e.g. 5000 in [10,12,15,18,5000]) can distort clusters badly.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Clusters Only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4930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irregular, elongated, or oddly shaped clusters.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2611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426110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purely categorical data.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984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2984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data into K clusters using centroid-distance assignment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482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482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hidden patterns, segment users, compress images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980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7980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numerical data with compact, spherical clusters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47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5478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scalable, great for segmentation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297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 upfront, outlier-sensitive, spherical clusters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</dc:title>
  <dc:subject>PptxGenJS Presentation</dc:subject>
  <dc:creator>PptxGenJS</dc:creator>
  <cp:lastModifiedBy>PptxGenJS</cp:lastModifiedBy>
  <cp:revision>1</cp:revision>
  <dcterms:created xsi:type="dcterms:W3CDTF">2026-06-17T01:40:56Z</dcterms:created>
  <dcterms:modified xsi:type="dcterms:W3CDTF">2026-06-17T01:40:56Z</dcterms:modified>
</cp:coreProperties>
</file>