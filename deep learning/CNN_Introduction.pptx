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002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machines learn to see images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7724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pixels to predictions — filters, feature maps, and pooling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Deep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Learning model built specifically for image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554480"/>
          </a:xfrm>
          <a:prstGeom prst="roundRect">
            <a:avLst>
              <a:gd name="adj" fmla="val 5882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10469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 normal Artificial Neural Network (ANN), a CNN automatically learns important features — edges, shapes, textures, objects — from images without manual feature extraction.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03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ANN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every pixel independently — needs manual feature engineering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35661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3703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3192"/>
                </a:solidFill>
              </a:rPr>
              <a:t>CNN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4114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spatial patterns and features directly from raw pixels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power the vision behind everyday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9144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783080"/>
            <a:ext cx="3611880" cy="91440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lanes, signs, obstacles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783080"/>
            <a:ext cx="3611880" cy="91440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03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Image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X-ray, MRI scans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86200"/>
            <a:ext cx="3611880" cy="914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Digit Recognition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numbers automatically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3886200"/>
            <a:ext cx="3611880" cy="914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206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0560" y="4937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and labeling objects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886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3886200"/>
            <a:ext cx="3611880" cy="914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206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937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Character Recognition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CNNs for Images?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 ANN loses the spatial relationship between nearby pixels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28 × 28 grayscale image → flattened into 784 numbers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Original Image (4×4)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0    0    0   255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0  255  255    0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255 255    0    0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0    0  255  255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5D"/>
                </a:solidFill>
              </a:rPr>
              <a:t>Flattened Vector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[0,0,0,255,0,255,255,0,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255,255,0,0,0,0,255,255]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9768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2994A"/>
                </a:solidFill>
              </a:rPr>
              <a:t>Notice: neighboring pixels are no longer together.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94960"/>
            <a:ext cx="10561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2A594"/>
                </a:solidFill>
              </a:rPr>
              <a:t>CNN solves this problem by looking at small regions (patches) of the image.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parameter explosion problem with full-color images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Image Size: 224 × 224 ×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Neurons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224 × 224 × 3 = 150,528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If hidden layer has 100 neurons...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CEAE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233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150,528 × 100 = 15 Million weights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C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5D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600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memory requirement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600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slow training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600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Impractical for real images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420624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8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42062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dramatically reduces parameters by sharing filter weights across the image.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typical pipeline from raw image to prediction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2130552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15968" y="196596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130552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47488" y="19659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 Layer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7576" y="196596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F29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02168" y="2130552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02168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69096" y="19659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(ReLU)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3456432"/>
            <a:ext cx="457200" cy="45720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2918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Layer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15968" y="32918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456432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7488" y="32918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37576" y="32918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2168" y="3456432"/>
            <a:ext cx="457200" cy="45720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26" name="Text 24"/>
          <p:cNvSpPr/>
          <p:nvPr/>
        </p:nvSpPr>
        <p:spPr>
          <a:xfrm>
            <a:off x="8202168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69096" y="32918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46177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8E44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782312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46177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315968" y="46177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2E8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4782312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47488" y="46177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Layer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37576" y="46177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6510">
            <a:solidFill>
              <a:srgbClr val="E85D5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02168" y="4782312"/>
            <a:ext cx="457200" cy="45720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38" name="Text 36"/>
          <p:cNvSpPr/>
          <p:nvPr/>
        </p:nvSpPr>
        <p:spPr>
          <a:xfrm>
            <a:off x="8202168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769096" y="46177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</a:rPr>
              <a:t>Steps 1-9 flow left to right, top to bottom through each stage.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in 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builds on the last — from pixels to a full prediction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566160" y="169164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651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6916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Image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06440" y="2331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46888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46888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Detect edges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31089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66160" y="324612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6510">
            <a:solidFill>
              <a:srgbClr val="F29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24612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Detect shapes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06440" y="3886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66160" y="402336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402336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Detect object parts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4663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480060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651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48006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44AD"/>
                </a:solidFill>
              </a:rPr>
              <a:t>Recognize object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06440" y="54406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66160" y="557784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CEAEA"/>
          </a:solidFill>
          <a:ln w="16510">
            <a:solidFill>
              <a:srgbClr val="E8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55778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Prediction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Receptive Field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region of the image a filter looks at during one operation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A594"/>
                </a:solidFill>
              </a:rPr>
              <a:t>Instead of looking at the whole image, CNN observes only a small window.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</a:rPr>
              <a:t>7×7 Image, 3×3 Filter — first position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4F5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1  2  3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4  5  6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7  8  9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</a:rPr>
              <a:t>Filter slides one step →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029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2  3  4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5  6  7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8  9  1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56616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✔"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computation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✔"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feature extraction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✔"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local patterns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Invariance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CNN can recognize an object even if it moves inside the image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Cat in Center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237744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377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🐱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4F5F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Cat on Left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237744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3774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🐱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2A594"/>
                </a:solidFill>
              </a:rPr>
              <a:t>CNN still recognizes it as Cat.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4924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Because filters slide across the entire image, checking every position for the same pattern.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produced after applying a filter to an image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12A594"/>
                </a:solidFill>
              </a:rPr>
              <a:t>Each filter extracts a different feature. One image can generate many feature maps.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Filter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Detects edges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7889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9718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Filter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Detects curves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7889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9718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Filter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Detects textures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443484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4434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280"/>
                </a:solidFill>
              </a:rPr>
              <a:t>Original Image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66160" y="4910328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910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A594"/>
                </a:solidFill>
              </a:rPr>
              <a:t>Edge Map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66160" y="5385816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994A"/>
                </a:solidFill>
              </a:rPr>
              <a:t>Corner Map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66160" y="5861304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58613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192"/>
                </a:solidFill>
              </a:rPr>
              <a:t>Texture Map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Practical Example: MNIST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handwritten digits — the classic CNN starter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Dataset Information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688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70,000 images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24612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461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28 × 28 grayscale images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40233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0233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Digits 0–9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8006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006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10 classes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Already available in TensorFlow.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Why MNIST Is a Great Starting Point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42316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images — fast to train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Well-labeled and clean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learning convolution + pooling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CNN benchmark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Convolutional Neural Networks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2026-08-10T09:08:14Z</dcterms:created>
  <dcterms:modified xsi:type="dcterms:W3CDTF">2026-08-10T09:08:14Z</dcterms:modified>
</cp:coreProperties>
</file>