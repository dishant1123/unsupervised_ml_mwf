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118872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828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9921240" y="777240"/>
            <a:ext cx="82296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21240" y="1417320"/>
            <a:ext cx="822960" cy="502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 ·  KERAS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Functional API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neural networks as diagrams, not just stacks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Functional API?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way to build neural networks in TensorFlow Keras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320040" cy="3200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stacking layers one after another, you explicitly define how data flows between layers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320040" cy="3200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connect layers like a graph — each layer is called on the output of another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977640"/>
            <a:ext cx="320040" cy="32004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8862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drawing a network diagram, not writing a list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01000" y="160020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2103120"/>
            <a:ext cx="-1280160" cy="50292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2103120"/>
            <a:ext cx="1280160" cy="50292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26060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6060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606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3108960"/>
            <a:ext cx="1280160" cy="50292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3108960"/>
            <a:ext cx="-1280160" cy="50292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361188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3D5AFE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3611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4114800"/>
            <a:ext cx="0" cy="50292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46177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46177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5257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paths, merged before the output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API vs. Functional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follows a line. The other follows a graph.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3F6F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architecture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86000" y="2606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3108960"/>
            <a:ext cx="0" cy="32004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429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429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54680" y="3931920"/>
            <a:ext cx="0" cy="32004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42519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42519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4754880"/>
            <a:ext cx="0" cy="320040"/>
          </a:xfrm>
          <a:prstGeom prst="line">
            <a:avLst/>
          </a:prstGeom>
          <a:noFill/>
          <a:ln w="19050">
            <a:solidFill>
              <a:srgbClr val="5B62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5074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160020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have multiple paths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46720" y="25603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25603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23960" y="3017520"/>
            <a:ext cx="-118872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3017520"/>
            <a:ext cx="118872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4747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35440" y="34747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3474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35240" y="3931920"/>
            <a:ext cx="118872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3931920"/>
            <a:ext cx="-118872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43891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3D5AFE"/>
          </a:solidFill>
          <a:ln/>
        </p:spPr>
      </p:sp>
      <p:sp>
        <p:nvSpPr>
          <p:cNvPr id="32" name="Text 30"/>
          <p:cNvSpPr/>
          <p:nvPr/>
        </p:nvSpPr>
        <p:spPr>
          <a:xfrm>
            <a:off x="7726680" y="4389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823960" y="4846320"/>
            <a:ext cx="0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53035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046720" y="5303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the Functional API?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your model is not simply one layer after another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several separate data sources in one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19202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more than one target from the same network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0" y="169164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192024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0010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01000" y="2468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01000" y="2788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different modalities into a single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Networks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connections, as used in ResNet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60520" y="361188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0" y="38404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8912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Networks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convolution branches merged together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61188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F3F6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001000" y="3840480"/>
            <a:ext cx="457200" cy="45720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00100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Siamese Networks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0100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branches sharing weights for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vs. Functional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tool for your architecture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A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6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 friendly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 for advanced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56"/>
                    </a:solidFill>
                  </a:tcPr>
                </a:tc>
              </a:tr>
              <a:tr h="715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create branches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create branches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C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2026-08-05T09:17:04Z</dcterms:created>
  <dcterms:modified xsi:type="dcterms:W3CDTF">2026-08-05T09:17:04Z</dcterms:modified>
</cp:coreProperties>
</file>