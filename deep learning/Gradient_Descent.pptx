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88720"/>
            <a:ext cx="822960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737360" y="2194560"/>
            <a:ext cx="822960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560320" y="3200400"/>
            <a:ext cx="822960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383280" y="4206240"/>
            <a:ext cx="822960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68096" y="10424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2066544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2450592" y="3090672"/>
            <a:ext cx="219456" cy="21945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411480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4133088" y="5138928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28600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846320" y="3246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Backpropagation — Why, When, and How Models Learn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Predicting Marks from Hours Studied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a model to learn  y = wx + b  — but it starts with random guesses.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864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Marks (Y)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(w=2,b=5)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3736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F2F6F8"/>
          </a:solidFill>
          <a:ln/>
        </p:spPr>
      </p:sp>
      <p:sp>
        <p:nvSpPr>
          <p:cNvPr id="6" name="Text 3"/>
          <p:cNvSpPr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guess is way off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766560" y="24688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(MSE) = 2064
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lands far below the actual marks. The model has no idea yet what w and b should be — it needs a systematic way to improve.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Use Gradient Descent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can't just "guess" the best weight and bias — we need an algorithm that improves them automatically.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677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2128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must be minimized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6060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model's predictions start random. Gradient Descent gives a systematic way to reduce the gap between predictions and actual values.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0116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2677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2128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closed-form 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60604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models (deep neural networks) are too complex to solve for the best weights directly with algebra.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462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4074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at any scale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8006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update rule scales from a 2-parameter line to a network with millions of parameters.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206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462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4074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Guarantees improvement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48006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moves w and b in the direction that decreases loss the fastest — steady, measurable progress.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We Use Gradient Descent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during training, whenever a model has learnable parameters and a loss to minimize.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4708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linear &amp; logistic regression models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1401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neural networks (via backpropagation)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8094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a loss function is differentiable w.r.t. parameters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6667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4787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Iteratively, epoch after epoch — not a one-shot calculation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336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148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dataset is too large or complex for a direct algebraic solution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406640" y="1920240"/>
            <a:ext cx="4206240" cy="2926080"/>
          </a:xfrm>
          <a:prstGeom prst="roundRect">
            <a:avLst>
              <a:gd name="adj" fmla="val 375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like descending a mountain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2743200"/>
            <a:ext cx="640080" cy="32004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3063240"/>
            <a:ext cx="640080" cy="32004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3383280"/>
            <a:ext cx="640080" cy="36576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0" y="3749040"/>
            <a:ext cx="640080" cy="36576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0" y="4114800"/>
            <a:ext cx="640080" cy="32004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08976" y="268833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9056" y="30083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089136" y="332841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9216" y="36941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69296" y="405993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09376" y="4379976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Loss  →  Lowest Loss (Valley)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Update Rule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moves a little against its gradient, every step.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1A245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w − α · ∂L/∂w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1A245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240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 b − α · ∂L/∂b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0" y="2834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update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Learning Rate — controls how big each step is.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∂L/∂w, ∂L/∂b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partial derivatives — how much the loss changes if only that one parameter changes.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074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repeat this update epoch after epoch until the loss stops decreasing — the model has converged on the best w and b.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Learning Rate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gradient (20), same starting weight (w = 2) — three very different outcomes.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52044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0.01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1.8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safe step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convergence toward the optimum.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2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011680"/>
            <a:ext cx="3520440" cy="109728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286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834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−18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jump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977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 badly — the model may never converge.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0116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2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011680"/>
            <a:ext cx="3520440" cy="109728"/>
          </a:xfrm>
          <a:prstGeom prst="roundRect">
            <a:avLst/>
          </a:prstGeom>
          <a:solidFill>
            <a:srgbClr val="B0890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286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0.000001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834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≈ 1.99998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5820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movement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3977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becomes extremely slow.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Model Converges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20 epochs at α = 0.01 with the NumPy loop in the notes: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F2F6F8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754880" cy="237744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2064.00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737360"/>
            <a:ext cx="5577840" cy="28346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learned equation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2377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10x + 25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→ 10        Bias → 25        Loss → 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x=1→35   x=2→45   x=3→55   x=4→65   x=5→75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Gradient Descent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when to update weights — after all data, one sample, or a small batch.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entire dataset before each update.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56616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49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Stable, smooth convergence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Slow on large datasets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(SGD)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2788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one sample at a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720" y="356616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749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Very fast, good for huge datasets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4480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Loss fluctuates a lot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96596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194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Mini-Batch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58200" y="2788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small batch (e.g. 32–64 samples).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58200" y="356616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3749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Balances speed &amp; stability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58200" y="4480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Most common in TensorFlow/PyTorch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81912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356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minimizes loss by nudging weights &amp; bias in the direction that reduces error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95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488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because there's no direct formula for the best parameters in complex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6207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during training — every epoch — for regression models and neural networks alike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721608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7530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controls step size: too high overshoots, too low crawls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28853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Stochastic, and Mini-Batch trade off stability against speed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2026-07-20T08:54:34Z</dcterms:created>
  <dcterms:modified xsi:type="dcterms:W3CDTF">2026-07-20T08:54:34Z</dcterms:modified>
</cp:coreProperties>
</file>