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Calibri"/>
              </a:rPr>
              <a:t>Loss Magnitude (log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Value</c:v>
                </c:pt>
              </c:strCache>
            </c:strRef>
          </c:tx>
          <c:spPr>
            <a:solidFill>
              <a:srgbClr val="D972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2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MAE</c:v>
                  </c:pt>
                  <c:pt idx="1">
                    <c:v>MSE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233.33</c:v>
                </c:pt>
                <c:pt idx="1">
                  <c:v>163333.33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Why We Use Them, When We Use Them, and the Formulas Behind Them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 •   MAE   •   Binary Cross-Entropy   •   Categorical Cross-Entropy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 with real datasets, manual calculations, and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Loss Function?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function measures how wrong a model's predictions are compared to the actual values.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loss during training by updating model weights using backpropagation.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97764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9502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makes a prediction (ŷ)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9826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98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43708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compares ŷ to actual (y)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81888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18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7914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computes gradients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52395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9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52120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updated to reduce loss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566013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60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563270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loss is minimized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2286000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7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4871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LOSSES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continuous numeric values (e.g., house price).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3640" y="312724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Mean Squared Error (MSE)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Mean Absolute Error (MAE)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4251960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4531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727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 or class label (e.g., spam vs. not spam).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3640" y="509320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Binary Cross-Entropy (BCE)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Categorical Cross-Entropy (CCE)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Squared Error (MSE)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9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the error heavily penalizes large mistakes, pushing the model to avoid big errors.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9F6F4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USE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45059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tasks where large errors are especially costly — e.g. price, sales, or demand forecasting.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2011680"/>
            <a:ext cx="3867912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2606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MSE = (1/n) Σ (y − ŷ)²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01000" y="3200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actual,   ŷ = predicted,   n = samples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492240" cy="233172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  <a:gridCol w="1623060"/>
                <a:gridCol w="16230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977640"/>
            <a:ext cx="3867912" cy="233172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20624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9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7200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 / 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772400" y="5029200"/>
            <a:ext cx="3867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85.0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955280" y="58064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3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TensorFlow both confirm: 85.0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Error (MAE)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House Price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CEF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average error in the same units as the data, without exaggerating outliers.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CEFE9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USE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45059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tasks with outliers or noisy data, where a more robust, interpretable metric is needed.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2011680"/>
            <a:ext cx="3867912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2606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MAE = (1/n) Σ |y − ŷ|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01000" y="3200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absolute (unsquared) errors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492240" cy="2331720"/>
        </p:xfrm>
        <a:graphic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977640"/>
            <a:ext cx="3867912" cy="2331720"/>
          </a:xfrm>
          <a:prstGeom prst="roundRect">
            <a:avLst>
              <a:gd name="adj" fmla="val 4706"/>
            </a:avLst>
          </a:prstGeom>
          <a:solidFill>
            <a:srgbClr val="D9724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20624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C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7200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C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772400" y="5029200"/>
            <a:ext cx="3867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9.0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955280" y="58064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TensorFlow both confirm: 9.0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vs. MAE — Sensitivity to Outliers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prediction (Actual 300 → Predicted 1000) shows how each loss reacts.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394960" cy="169164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Abs.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5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5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5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5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776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CEFE9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160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700 / 3 = 233.33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1206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E9F6F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303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490,000 / 3 = 163,333.33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63640" y="2057400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explodes on the outlier while MAE grows only linearly — MSE is far more sensitive to large errors.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Cross-Entropy (BCE)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penalizes confident, wrong predictions and rewards confident, correct 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USE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45059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(2-class) classification: spam detection, disease prediction, churn, loan default, fraud.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2011680"/>
            <a:ext cx="3867912" cy="169164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257860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−(1/n) Σ [y·log(p) + (1−y)·log(1−p)]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1000" y="3291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actual class,  p = predicted probability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6492240" cy="1920240"/>
        </p:xfrm>
        <a:graphic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(churned)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(stayed)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(churned)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(stayed)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931920"/>
            <a:ext cx="3867912" cy="1920240"/>
          </a:xfrm>
          <a:prstGeom prst="roundRect">
            <a:avLst>
              <a:gd name="adj" fmla="val 5714"/>
            </a:avLst>
          </a:prstGeom>
          <a:solidFill>
            <a:srgbClr val="3B4FA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11480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72000"/>
            <a:ext cx="3867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 = 0.198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001000" y="5257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3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BCE means better predictions.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E3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here are close to actuals — low loss.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Cross-Entropy (CCE)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Classification — Dog / Cat / Horse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E8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cross-entropy to more than 2 classes, comparing a full probability distribution to a one-hot label.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E8F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USE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450592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with one-hot labels: image classification, document/topic tagging, species ID.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2011680"/>
            <a:ext cx="3867912" cy="169164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26060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−(1/n) ΣΣ yᵢⱼ · log(pᵢⱼ)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000" y="3200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across all classes j, for all samples i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6492240" cy="1737360"/>
        </p:xfrm>
        <a:graphic>
          <a:graphicData uri="http://schemas.openxmlformats.org/drawingml/2006/table">
            <a:tbl>
              <a:tblPr/>
              <a:tblGrid>
                <a:gridCol w="1298448"/>
                <a:gridCol w="1298448"/>
                <a:gridCol w="1298448"/>
                <a:gridCol w="1298448"/>
                <a:gridCol w="129844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 [1,0,0]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[0,1,0]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 [0,0,1]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931920"/>
            <a:ext cx="3867912" cy="2103120"/>
          </a:xfrm>
          <a:prstGeom prst="roundRect">
            <a:avLst>
              <a:gd name="adj" fmla="val 5217"/>
            </a:avLst>
          </a:prstGeom>
          <a:solidFill>
            <a:srgbClr val="7A3E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11480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E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572000"/>
            <a:ext cx="3867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CCE = 0.378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001000" y="52578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confident and mostly correct on Dog &amp; Cat, less confident on Horse — moderate loss.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at a Glance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9319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 Σ(y − ŷ)²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errors must be penalized heavily (e.g. pricing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 Σ|y − ŷ|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has outliers; want a robust, interpretable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2-Class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−(1/n)Σ[y·log(p)+(1−y)·log(1−p)]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one of two classes: yes/no, spam/not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−(1/n)ΣΣ yᵢⱼ·log(pᵢⱼ)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one of 3+ mutually exclusive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13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→ MSE or MAE.   Classification → Cross-Entropy (Binary or Categorical). Choose based on task type and sensitivity to outliers.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|  Loss Functions (Part 1)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389120"/>
            <a:ext cx="4206240" cy="420624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Learning!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Huber Loss, Sparse Categorical Cross-Entropy, and custom loss functions in TensorFlow.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—  Loss Functions (Part 1)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2026-07-17T01:35:21Z</dcterms:created>
  <dcterms:modified xsi:type="dcterms:W3CDTF">2026-07-17T01:35:21Z</dcterms:modified>
</cp:coreProperties>
</file>