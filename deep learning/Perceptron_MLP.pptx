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074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Multilayer Perceptron (MLP)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 ·  Weights  ·  Backpropagation  ·  Forward Pass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84248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856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55464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91072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Single-Layer Perceptron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463040"/>
          </a:xfrm>
          <a:prstGeom prst="roundRect">
            <a:avLst>
              <a:gd name="adj" fmla="val 7500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form of artificial neural network. A linear classifier that classifies data into two distinct classes based on a linear decision boundary.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64008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97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944368"/>
            <a:ext cx="210312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697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64008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584448"/>
            <a:ext cx="210312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337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64008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224528"/>
            <a:ext cx="210312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9776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64008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17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864608"/>
            <a:ext cx="210312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617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383280"/>
            <a:ext cx="914400" cy="82296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06240" y="3794760"/>
            <a:ext cx="914400" cy="0"/>
          </a:xfrm>
          <a:prstGeom prst="line">
            <a:avLst/>
          </a:prstGeom>
          <a:noFill/>
          <a:ln w="1905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5661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60720" y="2651760"/>
            <a:ext cx="3063240" cy="205740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7249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315468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15468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Linear classifier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97880" y="355701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55701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2-class only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3959352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95935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Inputs × Weights → Sum →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97880" y="436168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3616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hidden layers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Components of Single-Layer Perceptron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80160"/>
            <a:ext cx="594360" cy="5943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07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input values (x₁, x₂, ... xₙ). Each represents one feature of the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43000"/>
            <a:ext cx="41605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13075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013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assigned a weight (w) representing its importance in decision-making.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3017520"/>
            <a:ext cx="4160520" cy="7315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3154680"/>
            <a:ext cx="594360" cy="59436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1821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6758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 (b) added to weighted sum. Shifts the decision boundary.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017520"/>
            <a:ext cx="416052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31821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36758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weighted sum + bias to produce final output — the perceptron's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Mathematical Representation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 x = (x₁,x₂,...,xₙ)  and  Weight vector w = (w₁,w₂,...,wₙ)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Sum  =  Σ (wᵢ · xᵢ)  +  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154680"/>
            <a:ext cx="26060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7355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for i-th 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1546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3154680"/>
            <a:ext cx="2606040" cy="73152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27355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3858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i-th input feature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154680"/>
            <a:ext cx="260604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27355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38587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term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How the Perceptron Learns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6128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572768"/>
            <a:ext cx="137160" cy="347472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578608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651760"/>
            <a:ext cx="14813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weights &amp; bias to small random values (or 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5688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2075688" y="116128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75688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75888" y="1572768"/>
            <a:ext cx="137160" cy="347472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75688" y="2578608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</p:sp>
      <p:sp>
        <p:nvSpPr>
          <p:cNvPr id="15" name="Text 13"/>
          <p:cNvSpPr/>
          <p:nvPr/>
        </p:nvSpPr>
        <p:spPr>
          <a:xfrm>
            <a:off x="2139696" y="2651760"/>
            <a:ext cx="14813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→ calculate weighted sum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31336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6C3483"/>
          </a:solidFill>
          <a:ln/>
        </p:spPr>
      </p:sp>
      <p:sp>
        <p:nvSpPr>
          <p:cNvPr id="17" name="Text 15"/>
          <p:cNvSpPr/>
          <p:nvPr/>
        </p:nvSpPr>
        <p:spPr>
          <a:xfrm>
            <a:off x="3831336" y="116128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31336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1536" y="1572768"/>
            <a:ext cx="137160" cy="347472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31336" y="2578608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3895344" y="2651760"/>
            <a:ext cx="14813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activation function → produce 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86984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586984" y="116128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86984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87184" y="1572768"/>
            <a:ext cx="137160" cy="347472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6984" y="2578608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5650992" y="2651760"/>
            <a:ext cx="14813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 with actual label (expected)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42632" y="109728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116128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42632" y="166420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42632" y="2578608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651760"/>
            <a:ext cx="14813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 &amp; bias using Perceptron Learning Rule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41648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A2535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096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Learning Rule: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0" y="40599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wᵢ = wᵢ + η·(y − ŷ)·xᵢ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40599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 + η·(y − ŷ)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Perceptron Classification Example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11680" cy="530352"/>
          </a:xfrm>
          <a:prstGeom prst="rect">
            <a:avLst/>
          </a:prstGeom>
          <a:solidFill>
            <a:srgbClr val="02809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Study (x₁)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77440" y="1143000"/>
            <a:ext cx="2011680" cy="530352"/>
          </a:xfrm>
          <a:prstGeom prst="rect">
            <a:avLst/>
          </a:prstGeom>
          <a:solidFill>
            <a:srgbClr val="02809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143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Sleep (x₂)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143000"/>
            <a:ext cx="2011680" cy="530352"/>
          </a:xfrm>
          <a:prstGeom prst="rect">
            <a:avLst/>
          </a:prstGeom>
          <a:solidFill>
            <a:srgbClr val="028090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143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(Output)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2011680" cy="438912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733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77440" y="1673352"/>
            <a:ext cx="2011680" cy="438912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733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1673352"/>
            <a:ext cx="2011680" cy="438912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733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2148840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2148840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148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624328"/>
            <a:ext cx="2011680" cy="438912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243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2624328"/>
            <a:ext cx="2011680" cy="438912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26243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0" y="2624328"/>
            <a:ext cx="2011680" cy="438912"/>
          </a:xfrm>
          <a:prstGeom prst="rect">
            <a:avLst/>
          </a:prstGeom>
          <a:solidFill>
            <a:srgbClr val="ECFD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6243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099816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99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77440" y="3099816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099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89120" y="3099816"/>
            <a:ext cx="2011680" cy="438912"/>
          </a:xfrm>
          <a:prstGeom prst="rect">
            <a:avLst/>
          </a:prstGeom>
          <a:solidFill>
            <a:srgbClr val="ECFDF5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309981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1143000"/>
            <a:ext cx="2377440" cy="26060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12070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Values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1664208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16642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 = 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29400" y="2304288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23042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 = 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29400" y="2944368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9443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37673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2535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813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 η = 0.1  (small constant — controls weight update speed)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Multilayer Perceptron (MLP)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an artificial neural network with at least THREE layers: an input layer, one or more hidden layers, and an output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560320"/>
            <a:ext cx="274320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input data.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= one feature.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3383280"/>
            <a:ext cx="164592" cy="365760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5603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560320"/>
            <a:ext cx="2743200" cy="91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Computations happen here.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 applied.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164592" cy="365760"/>
          </a:xfrm>
          <a:prstGeom prst="rightArrow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5603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560320"/>
            <a:ext cx="2743200" cy="914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final 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prediction.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12480" cy="0"/>
          </a:xfrm>
          <a:prstGeom prst="roundRect">
            <a:avLst>
              <a:gd name="adj" fmla="val Infinity"/>
            </a:avLst>
          </a:prstGeom>
          <a:solidFill>
            <a:srgbClr val="EE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Feedforward: data flows one direction — input → hidden → output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412480" cy="0"/>
          </a:xfrm>
          <a:prstGeom prst="roundRect">
            <a:avLst>
              <a:gd name="adj" fmla="val Infinity"/>
            </a:avLst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029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Fully Connected: every neuron links to every neuron in next layer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MLP Forward Pass — Worked Example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x₁=0.02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7432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x₂=0.55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868680" cy="6858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00584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651760"/>
            <a:ext cx="868680" cy="68580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65176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828800"/>
            <a:ext cx="868680" cy="685800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2880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914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W₁₃=0.15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W₁₄=0.20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W₂₃=0.40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W₂₄=0.25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51960" y="1005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W₃₅=0.25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5196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W₄₅=0.45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3767328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76732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b₁=0.30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767328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76732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b₂=0.60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1078992"/>
            <a:ext cx="1920240" cy="3657600"/>
          </a:xfrm>
          <a:prstGeom prst="roundRect">
            <a:avLst>
              <a:gd name="adj" fmla="val 4762"/>
            </a:avLst>
          </a:prstGeom>
          <a:solidFill>
            <a:srgbClr val="1A2535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17043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H₃(in)=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59168" y="157276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x₁×w₁₃+x₂×w₂₃+b₁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59168" y="197510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=.02×.15+.55×.4+.30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9168" y="23774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0.523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59168" y="2779776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59168" y="3182112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H₄(in)=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59168" y="3584448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x₁×w₁₄+x₂×w₂₄+b₁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59168" y="3986784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0.441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Sigmoid Activation &amp; Final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Sigmoid:  σ(z) = 1 / (1 + e⁻ᶻ)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042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H₃(in)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6C348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2128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042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H₃(out)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78040" y="228600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6C3483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815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H₄(in)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06324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0.441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299008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0815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H₄(out)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306324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587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O₅(in)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0" y="384048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117A65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1.036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376732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8587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O₅(out)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78040" y="3840480"/>
            <a:ext cx="1645920" cy="502920"/>
          </a:xfrm>
          <a:prstGeom prst="roundRect">
            <a:avLst>
              <a:gd name="adj" fmla="val 12727"/>
            </a:avLst>
          </a:prstGeom>
          <a:solidFill>
            <a:srgbClr val="117A65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1A253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1830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 O₅(out) = 0.738  →  probability of 74%  (forward pass complete)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70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51760" y="117043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ANN. Linear classifier. 2 classes only.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00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170078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× Weights + Bias → Activation →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311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223113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= Σ(wᵢ·xᵢ) +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Rule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51760" y="276148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wᵢ = wᵢ + η(y−ŷ)xᵢ   |   b = b + η(y−ŷ)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layers: Input → Hidden(s) →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22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Structure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51760" y="382219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+ Fully Connected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52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51760" y="435254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1/(1+e⁻ᶻ)  Sigmoid used each layer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2803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8828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51760" y="488289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H₃=0.652, H₄=0.608 → O₅(out)=0.738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2026-07-06T03:11:41Z</dcterms:created>
  <dcterms:modified xsi:type="dcterms:W3CDTF">2026-07-06T03:11:41Z</dcterms:modified>
</cp:coreProperties>
</file>